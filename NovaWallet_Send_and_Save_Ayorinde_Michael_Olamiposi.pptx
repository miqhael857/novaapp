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minutes. The one thing to remember: a queued transfer survives the app being killed and is never sent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why the offline path is the centre of the work rather than a nice-to-have.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straight about the gaps. Naming them is stronger than hoping they go unnoticed.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databases is the detail worth landing: it keeps the client/server boundary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interview. Say the sentence: the client cannot guarantee exactly once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kobo of drift in a balance is a support ticket. That is why it is a type, not a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shrinkWrap point shows the constraint was understood, not just pattern-matched.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run flutter test live — it takes four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oversell the tool. The catch matters more than the assist.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demo: airplane mode, send, kill the app, reconnect, one debit.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NovaWallet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>
                <a:solidFill>
                  <a:srgbClr val="C9A227"/>
                </a:solidFill>
                <a:latin typeface="Helvetica Neue"/>
              </a:rPr>
              <a:t>Send &amp; Save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9B8CF"/>
                </a:solidFill>
                <a:latin typeface="Helvetica Neue"/>
              </a:rPr>
              <a:t>FirstBank Digital Factory · Frontend Engineer, Mobile (Flutter)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9B8CF"/>
                </a:solidFill>
                <a:latin typeface="Helvetica Neue"/>
              </a:rPr>
              <a:t>Ayorinde Michael Olamiposi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9B8CF"/>
                </a:solidFill>
                <a:latin typeface="Helvetica Neue"/>
              </a:rPr>
              <a:t>https://github.com/Miqhael857/NovaApp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Who this is built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Helvetica Neue"/>
              </a:rPr>
              <a:t>• Mass-market Nigerian users, largely on low-end Android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Helvetica Neue"/>
              </a:rPr>
              <a:t>• Connectivity is patchy — offline is the normal case, not the error case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Helvetica Neue"/>
              </a:rPr>
              <a:t>• NIBSS NIP settles instantly, so a send is final the moment it lands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Helvetica Neue"/>
              </a:rPr>
              <a:t>• That combination is why idempotency matters more than polish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Helvetica Neue"/>
              </a:rPr>
              <a:t>“The app must degrade gracefully, not just look good on a fast Wi-Fi demo.” — the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PRIORITISATION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What I built, and what I chose not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66"/>
                </a:solidFill>
                <a:latin typeface="Helvetica Neue"/>
              </a:rPr>
              <a:t>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Wallet home: ledger balance, lazy list, pull-to-refresh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Send Money: recipient → amount → confirm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Offline queue + sync, exactly-once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Result screen: sent and queued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NovaSave: create, contribute,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66"/>
                </a:solidFill>
                <a:latin typeface="Helvetica Neue"/>
              </a:rPr>
              <a:t>Deliberately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Send validates against a constant, not the live balance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TalkBack audit (Semantics are in, unaudited)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Notifications, localisation, goldens, biometrics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The brief asked for judgment about priorities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rather than a rushed attempt at everything.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HOW IT IS PUT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400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presentation/   screens + Riverpod notifiers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data/local/     outbox + client database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data/remote/    fake NovaPay API (idempotent receiver)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data/sync/      single-flight sync engine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core/money/     Kobo value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Helvetica Neue"/>
              </a:rPr>
              <a:t>Riverpod 3, no code generation.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Helvetica Neue"/>
              </a:rPr>
              <a:t>Flow state lives in a notifier, never in the router's extra — extra is null after Android restarts a killed app.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Helvetica Neue"/>
              </a:rPr>
              <a:t>Client and fake server are separate database files, so the client cannot repair the server's record of what it already processed.</a:t>
            </a:r>
          </a:p>
        </p:txBody>
      </p:sp>
      <p:pic>
        <p:nvPicPr>
          <p:cNvPr id="7" name="Picture 6" descr="Home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37360"/>
            <a:ext cx="519344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THE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Exactly once — the honest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Helvetica Neue"/>
              </a:rPr>
              <a:t>A client cannot promise exactly-once on its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6766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1.  The client promises AT LEAST ONCE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  The outbox row is written before any network call and cleared only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  when the server answers. Die mid-send and the row is retried.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2.  The server promises NO DUPLICATES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  Same idempotency key every attempt; a key it has seen replays the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  original outcome, re-checked inside the transaction.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Exactly-once is the effect of the two halves, not a property of either.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3A66"/>
                </a:solidFill>
                <a:latin typeface="Helvetica Neue"/>
              </a:rPr>
              <a:t>pending → in_flight → succeeded | failed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B3A66"/>
                </a:solidFill>
                <a:latin typeface="Helvetica Neue"/>
              </a:rPr>
              <a:t>in_flight rows are re-sent: no answer means we do not know.</a:t>
            </a:r>
          </a:p>
        </p:txBody>
      </p:sp>
      <p:pic>
        <p:nvPicPr>
          <p:cNvPr id="8" name="Picture 7" descr="SendQueu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2057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Money is an integer, always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583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Kobo wraps a whole int — no double touches an amount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Formatting: integer division and manual thousands grouping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Parsing: string → kobo, never double.parse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Progress: value * 100 ~/ total, clamped 0–100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19 tests, including the classic 0.1 + 0.2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66"/>
                </a:solidFill>
                <a:latin typeface="Helvetica Neue"/>
              </a:rPr>
              <a:t>₦248,350.75  is  Kobo(24835075)</a:t>
            </a:r>
          </a:p>
        </p:txBody>
      </p:sp>
      <p:pic>
        <p:nvPicPr>
          <p:cNvPr id="7" name="Picture 6" descr="Send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2057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Accessibility and low-end devices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766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Lists are lazy: SliverList.builder, not ListView.builder with shrinkWrap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   (shrinkWrap still lays out every row — it only looks lazy)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Line height is a ratio, so text grows with the system font setting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Buttons use minHeight, never fixed heights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Status carries an icon and a word — never colour alone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MergeSemantics per row, so a screen reader reads one item</a:t>
            </a:r>
          </a:p>
        </p:txBody>
      </p:sp>
      <p:pic>
        <p:nvPicPr>
          <p:cNvPr id="6" name="Picture 5" descr="HomeLarge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2057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65 PASSING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Tests that fail if the guarantee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Two concurrent sync passes → one ledger entry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Server already processed, then app restarts → no double debit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Row left in_flight after a crash → retried with the same key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Offline → stays queued, no retry loop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Rejection is final, never retried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Stepping back and forward keeps ONE idempotency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Helvetica Neue"/>
              </a:rPr>
              <a:t>The tests assert the property, not the implementation: they fail if the queue ever replays twice or loses an item. Plus an on-device integration test: offline → restart → reconnect → one ledger entry.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JUDGMENT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Working with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66"/>
                </a:solidFill>
                <a:latin typeface="Helvetica Neue"/>
              </a:rPr>
              <a:t>Helped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Outbox-first ordering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The idempotent-receiver argument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Single-flight sync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Spotting three layout bugs from a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Helvetica Neue"/>
              </a:rPr>
              <a:t>Was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Invented a “Share receipt” feature not in the brief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Then “proved” it was absent by searching binary noise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Reported a completed transfer as still pending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(joined a sync pass that predated the row)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Helvetica Neue"/>
              </a:rPr>
              <a:t>The fabricated evidence is the one worth talking about: the answer was defensible, the reasoning behind it was worthless, and it looked settled.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Next, with more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StatefulShellRoute so each tab keeps its own stack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Transaction history read from the ledger, not seeded data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SQLCipher for the client database (NDPA 2023: the queue holds account numbers)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A real name-enquiry call instead of the faked directory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Local notification when a queued transfer finally 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A227"/>
                </a:solidFill>
                <a:latin typeface="Helvetica Neue"/>
              </a:rPr>
              <a:t>https://github.com/Miqhael857/NovaApp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